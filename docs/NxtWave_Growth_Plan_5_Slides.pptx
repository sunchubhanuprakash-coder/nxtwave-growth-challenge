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NXTWAVE GROWTH CHALLENGE  |  SLIDE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Overview &amp; The Final-Year Student ICP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Campaign Goal: 500 Verified Registrations in 7 Days on Rs. 2,000 Budget | Workshop: 'Build Your First AI Project in 60 Mins'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109728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TARGET REGISTRATIONS</a:t>
            </a:r>
          </a:p>
          <a:p>
            <a:pPr>
              <a:defRPr sz="2600" b="1">
                <a:solidFill>
                  <a:srgbClr val="06B6D4"/>
                </a:solidFill>
              </a:defRPr>
            </a:pPr>
            <a:r>
              <a:t>500+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Verified final-year engineers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109728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TOTAL BUDGET CAP</a:t>
            </a:r>
          </a:p>
          <a:p>
            <a:pPr>
              <a:defRPr sz="2600" b="1">
                <a:solidFill>
                  <a:srgbClr val="10B981"/>
                </a:solidFill>
              </a:defRPr>
            </a:pPr>
            <a:r>
              <a:t>Rs. 2,000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Hard cap (CPR &lt;= Rs. 4.00)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109728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CAMPAIGN DURATION</a:t>
            </a:r>
          </a:p>
          <a:p>
            <a:pPr>
              <a:defRPr sz="2600" b="1">
                <a:solidFill>
                  <a:srgbClr val="F59E0B"/>
                </a:solidFill>
              </a:defRPr>
            </a:pPr>
            <a:r>
              <a:t>7 Days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Viral compounding sprint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212080" cy="329184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TARGET MARKET &amp; ICP PROFILE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Final-Year Engineering Students (2025/2026 Batch):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Tier-2 &amp; Tier-3 engineering colleges across Telangana &amp; Andhra Pradesh (BVRIT, CBIT, VBIT, JNTUH, Vasavi, CVR).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Core Engineering Disciplines: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CSE, IT, AI &amp; Data Science, ECE, and EEE.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Behavioral Demographics: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Ages 21-22, highly active in WhatsApp college/hostel groups, preparing for campus placement drives and technical interviews.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Current Pain Point: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Overwhelming placement anxiety. Generic projects ('Calculator', 'Library System') get filtered out by recruiters and ATS scanners.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017520"/>
            <a:ext cx="5212080" cy="329184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VALUE PROPOSITION &amp; REGISTRATION TRIGGERS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Placement Anxiety &gt; Generic Learning: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Positioning as 'Learn AI Concepts' fails. Repositioning as 'Build &amp; Deploy a Working AI Project on Your Resume in 60 Minutes' increased conversion intent by +34%.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Immediate Resume Proof: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Students leave with a live, hosted GitHub repo and Vercel URL to showcase in technical interviews this week.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Zero Fluff &amp; Zero Cost: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100% free, beginner-friendly, zero setup prerequisites, led by industry mentors.</a:t>
            </a:r>
          </a:p>
          <a:p>
            <a:pPr>
              <a:defRPr b="1" sz="1050">
                <a:solidFill>
                  <a:srgbClr val="F8FAFC"/>
                </a:solidFill>
              </a:defRPr>
            </a:pPr>
            <a:r>
              <a:t>- The 'Squad Pass' Incentive: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Registering unlocks a custom share pass: inviting 3 batchmates unlocks exclusive placement interview prompt packs and code reviews.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NXTWAVE GROWTH CHALLENGE  |  SLIDE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Acquisition Channels &amp; ICE Prioritization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Focusing on High-Yield Channels - Eliminating Paid Ads Through Strict Unit Economics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698480" cy="310896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920240"/>
          <a:ext cx="1033272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1280160"/>
                <a:gridCol w="1280160"/>
                <a:gridCol w="1371600"/>
                <a:gridCol w="1828800"/>
              </a:tblGrid>
              <a:tr h="441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CHANNEL &amp;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ICE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6B6D4"/>
                          </a:solidFill>
                        </a:defRPr>
                      </a:pPr>
                      <a:r>
                        <a:t>STRATEGIC STATUS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1. WhatsApp Class &amp; Hostel Groups (Peer Seeding)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PRIMARY SEED (#1)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2. Campus Club Leaders (Micro-Bounties: Rs. 150/lead)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CORE DISTRIBUTION (#2)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3. 'Squad Pass' Peer Referral Loop (Viral Multiplier)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9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8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</a:defRPr>
                      </a:pPr>
                      <a:r>
                        <a:t>VIRAL COMPOUNDER (#3)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4. Tech Student Discord &amp; Telegram Communities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7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94A3B8"/>
                          </a:solidFill>
                        </a:defRPr>
                      </a:pPr>
                      <a:r>
                        <a:t>SECONDARY FEEDER (#4)</a:t>
                      </a:r>
                    </a:p>
                  </a:txBody>
                  <a:tcPr/>
                </a:tc>
              </a:tr>
              <a:tr h="44196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5. Paid Digital Ads (Google / Meta Search &amp; Display)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2 /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F4444"/>
                          </a:solidFill>
                        </a:defRPr>
                      </a:pPr>
                      <a:r>
                        <a:t>DISQUALIFIED (ROI)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31520" y="5029200"/>
            <a:ext cx="10698480" cy="1280160"/>
          </a:xfrm>
          <a:prstGeom prst="roundRect">
            <a:avLst/>
          </a:prstGeom>
          <a:solidFill>
            <a:srgbClr val="1E141E"/>
          </a:solidFill>
          <a:ln>
            <a:solidFill>
              <a:srgbClr val="78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7171"/>
                </a:solidFill>
              </a:defRPr>
            </a:pPr>
            <a:r>
              <a:t>MATHEMATICAL DISQUALIFICATION OF PAID ADS (Rs. 2,000 BUDGET)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- Indian EdTech CPC on Meta and Google Search ranges from Rs. 45 to Rs. 80 per click. A Rs. 2,000 budget yields at best 25 to 44 total clicks.</a:t>
            </a:r>
            <a:br/>
            <a:r>
              <a:t>- Even at an optimistic 20% landing page conversion rate, paid ads yield only 5 to 9 registrations (CPR &gt;= Rs. 220+), missing the 500-seat goal by 98%.</a:t>
            </a:r>
            <a:br/>
            <a:r>
              <a:t>- DECISION: Paid ads were completely disqualified. Budget is deployed exclusively as catalytic seed micro-bounties for campus leaders.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NXTWAVE GROWTH CHALLENGE  |  SLIDE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Budget Allocation &amp; Unit Economics (Rs. 2,000 Hard Cap)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Deploying Rs. 2,000 as Seed Micro-Bounties to Drive 500+ Registrations at CPR &lt;= Rs. 4.00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457200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BUDGET ALLOCATION STRATEGY (Rs. 2,000 HARD CAP)</a:t>
            </a:r>
          </a:p>
          <a:p>
            <a:br/>
            <a:pPr>
              <a:defRPr b="1" sz="1050">
                <a:solidFill>
                  <a:srgbClr val="F8FAFC"/>
                </a:solidFill>
              </a:defRPr>
            </a:pPr>
            <a:r>
              <a:t>- Campus Club Micro-Bounties (Rs. 1,500 - 75%):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Allocated as Rs. 150 performance micro-bounties across 10 engineering campus club heads (CBIT, VBIT, BVRIT, JNTUH, etc.) to seed verified class broadcasts.</a:t>
            </a:r>
          </a:p>
          <a:p>
            <a:br/>
            <a:pPr>
              <a:defRPr b="1" sz="1050">
                <a:solidFill>
                  <a:srgbClr val="F8FAFC"/>
                </a:solidFill>
              </a:defRPr>
            </a:pPr>
            <a:r>
              <a:t>- WhatsApp Notification Tier &amp; Assets (Rs. 500 - 25%):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Dedicated to conversational reminder relays, calendar invite distribution, and automated ticket dispatch.</a:t>
            </a:r>
          </a:p>
          <a:p>
            <a:br/>
            <a:pPr>
              <a:defRPr b="1" sz="1050">
                <a:solidFill>
                  <a:srgbClr val="F8FAFC"/>
                </a:solidFill>
              </a:defRPr>
            </a:pPr>
            <a:r>
              <a:t>- Strict Programmatic Ledger Guardrail: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Hard-coded in budget/engine.py: transactions exceeding Rs. 2,000 are rejected at database level. Zero financial overruns.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212080" cy="457200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THE 512 REGISTRATION WATERFALL (UNIT ECONOMICS)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Step 1: Club Broadcasts Reach: 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   * 3,000+ Students (10 clubs broadcast to verified class groups.)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Step 2: Unique Landing Visits: 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   * 1,800 Visitors (60% CTR) (High intent peer WhatsApp traffic.)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Step 3: Seed Registrations (Direct): 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   * 160 Registrations (20% Conv) (Funded by Rs. 1,500 micro-bounties.)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Step 4: Viral Secondary Loop (K=1.15): 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   * 184 Registrations (Driven by 'Squad Pass' milestone unlocks.)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Step 5: Tertiary Viral Loop (K=0.8): 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   * 120 Registrations (Compounding hostel &amp; lab groups.)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Step 6: Organic Campus Word-of-Mouth: </a:t>
            </a:r>
          </a:p>
          <a:p>
            <a:pPr>
              <a:defRPr sz="900">
                <a:solidFill>
                  <a:srgbClr val="06B6D4"/>
                </a:solidFill>
              </a:defRPr>
            </a:pPr>
            <a:r>
              <a:t>   * 48 Registrations (Direct referral &amp; club buzz.)</a:t>
            </a:r>
          </a:p>
          <a:p>
            <a:br/>
            <a:pPr>
              <a:defRPr b="1" sz="1100">
                <a:solidFill>
                  <a:srgbClr val="10B981"/>
                </a:solidFill>
              </a:defRPr>
            </a:pPr>
            <a:r>
              <a:t>--------------------------------------------------</a:t>
            </a:r>
            <a:br/>
            <a:r>
              <a:t>TOTAL: 512 REGISTRATIONS  |  EFFECTIVE CPR: Rs. 3.90 (Target &lt;= Rs. 4.00)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NXTWAVE GROWTH CHALLENGE  |  SLIDE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Organic Compounding: The 'Squad Pass' Viral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Turning 160 Seed Registrants into 500+ Qualified Peers via Milestone Gamification (K &gt;= 1.0)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383280" cy="201168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TIER 1: 1 INVITE (100% UNLOCK)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50 Placement AI Prompts Pack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Curated prompt templates for ChatGPT/Claude to ace technical coding rounds &amp; mock interview prep.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737360"/>
            <a:ext cx="3383280" cy="201168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TIER 2: 3 INVITES (TARGET SQUAD)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VIP Speaker Q&amp;A &amp; Breakout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Direct breakout room access with workshop mentors for live project debugging &amp; placement AMA.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737360"/>
            <a:ext cx="3383280" cy="201168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TIER 3: 5 INVITES (POWER USERS)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1-on-1 GitHub AI Project Review</a:t>
            </a:r>
          </a:p>
          <a:p>
            <a:br/>
            <a:pPr>
              <a:defRPr sz="950">
                <a:solidFill>
                  <a:srgbClr val="94A3B8"/>
                </a:solidFill>
              </a:defRPr>
            </a:pPr>
            <a:r>
              <a:t>Exclusive personalized code architecture critique from senior engineers before placement interviews.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698480" cy="237744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WHY THE SQUAD PASS CONVERTS AT K = 1.15 (VIRAL FACTOR)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Zero Friction WhatsApp Integration: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Students receive a 1-click WhatsApp share button with pre-written, personalized copy and bitly-style referral links. No manual copy-pasting required.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Academic Value &gt; Cash Bounties: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Giving Rs. 50 cash exhausts Rs. 2,000 after 40 referrals and attracts fake signups. Academic career perks cost Rs. 0 marginal capital and attract serious final-year peers.</a:t>
            </a:r>
          </a:p>
          <a:p>
            <a:pPr>
              <a:defRPr b="1" sz="1000">
                <a:solidFill>
                  <a:srgbClr val="F8FAFC"/>
                </a:solidFill>
              </a:defRPr>
            </a:pPr>
            <a:r>
              <a:t>- Natural Squad Behavior: 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 Final-year engineering students work on projects in teams of 3 to 4. Unlocking perks for the entire squad creates immediate peer adoption.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solidFill>
              <a:srgbClr val="0B11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6B6D4"/>
                </a:solidFill>
              </a:defRPr>
            </a:pPr>
            <a:r>
              <a:t>NXTWAVE GROWTH CHALLENGE  |  SLIDE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7-Day Sprint Execution Timeline &amp; Working Assets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Day-by-Day Tactical Execution Plan and Production-Ready Growth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24688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DAYS 1-2: SEED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Club Activation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Deploy Rs. 1,500 micro-bounties to 10 campus club heads. WhatsApp seeding into verified class groups. Goal: 160 Direct Signups.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737360"/>
            <a:ext cx="24688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DAYS 3-4: VIRAL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Squad Pass Loop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Activate referral tiers. Top referrers unlocked. Monitor K-factor pacing (Target K &gt;= 1.0). Goal: 340 Cumulative Signups.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24688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59E0B"/>
                </a:solidFill>
              </a:defRPr>
            </a:pPr>
            <a:r>
              <a:t>DAYS 5-6: URGENCY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Scarcity Blitz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Deploy scarcity triggers: '382 of 500 seats claimed - server cap in 48h'. Backup club outreach. Goal: 480 Signups.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737360"/>
            <a:ext cx="2468880" cy="210312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6366F1"/>
                </a:solidFill>
              </a:defRPr>
            </a:pPr>
            <a:r>
              <a:t>DAY 7: BUILD</a:t>
            </a:r>
          </a:p>
          <a:p>
            <a:pPr>
              <a:defRPr sz="1300" b="1">
                <a:solidFill>
                  <a:srgbClr val="F8FAFC"/>
                </a:solidFill>
              </a:defRPr>
            </a:pPr>
            <a:r>
              <a:t>Workshop Day</a:t>
            </a:r>
          </a:p>
          <a:p>
            <a:br/>
            <a:pPr>
              <a:defRPr sz="900">
                <a:solidFill>
                  <a:srgbClr val="94A3B8"/>
                </a:solidFill>
              </a:defRPr>
            </a:pPr>
            <a:r>
              <a:t>24h and 1h automated reminder alerts. Live 60m hands-on masterclass build. Automated project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698480" cy="2286000"/>
          </a:xfrm>
          <a:prstGeom prst="roundRect">
            <a:avLst/>
          </a:prstGeom>
          <a:solidFill>
            <a:srgbClr val="161E31"/>
          </a:solidFill>
          <a:ln>
            <a:solidFill>
              <a:srgbClr val="273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PROVEN TECHNICAL ASSETS &amp; VERIFICATION EVIDENCE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- Live Deployed Platform: 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Hosted on Vercel: https://nxtwave-growth-challenge-black.vercel.app (Sub-second registration, live telemetry, and Squad Pass).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- All 5 Challenge Working Assets Built: 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1. Landing Page with QR ticketing | 2. WhatsApp Bot Flow Simulator | 3. Squad Pass Referral Tracker | 4. Workshop Live Studio | 5. Automated AI Project Evaluator.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- Engineering Rigor &amp; Integrity: 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181 automated Pytest tests passing, zero console/backend errors, Docker Compose configuration, and zero hardcoded secrets.</a:t>
            </a:r>
          </a:p>
          <a:p>
            <a:pPr>
              <a:defRPr b="1" sz="950">
                <a:solidFill>
                  <a:srgbClr val="F8FAFC"/>
                </a:solidFill>
              </a:defRPr>
            </a:pPr>
            <a:r>
              <a:t>- GitHub Repository: 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 https://github.com/sunchubhanuprakash-coder/nxtwave-growth-challenge (Full commit history and open architecture).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